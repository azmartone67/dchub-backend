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286000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2286000"/>
            <a:ext cx="2286000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572000"/>
            <a:ext cx="228600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  ·  2026-06-06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 HUB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2026 Data Center Report Partnership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CBRE's H2 2025 report shipped 8 markets in PDF. DC Hub just shipped 15 dynamic, live-data Market Briefs. Combined, we ship the most authoritative DC report in the industry.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2834640" cy="1005840"/>
          </a:xfrm>
          <a:prstGeom prst="rect">
            <a:avLst/>
          </a:prstGeom>
          <a:solidFill>
            <a:srgbClr val="131319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937760"/>
            <a:ext cx="73152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Q3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49040" y="4937760"/>
            <a:ext cx="2834640" cy="1005840"/>
          </a:xfrm>
          <a:prstGeom prst="rect">
            <a:avLst/>
          </a:prstGeom>
          <a:solidFill>
            <a:srgbClr val="131319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4937760"/>
            <a:ext cx="73152" cy="100584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Q4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briefings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0" y="4937760"/>
            <a:ext cx="2834640" cy="1005840"/>
          </a:xfrm>
          <a:prstGeom prst="rect">
            <a:avLst/>
          </a:prstGeom>
          <a:solidFill>
            <a:srgbClr val="131319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49377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2027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Lynch (CBRE DCS)  ·  Jonathan Martone (DC Hub)  ·  dchub.cloud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CBRE shipped a static PDF.  DC Hub shipped a live dataset.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H2 report should be both. We have a 90-day window to build it together before the H2 2026 methodology locks.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0352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91440" cy="3657600"/>
          </a:xfrm>
          <a:prstGeom prst="rect">
            <a:avLst/>
          </a:prstGeom>
          <a:solidFill>
            <a:srgbClr val="006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H2 2025 REPORT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markets covered  ·  static PDF  ·  6-month cadence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572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by:  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hyperscaler, every REIT, every C-suite.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is built. Distribution is built. Brand is the asset.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91440" cy="36576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SHIPPED TODAY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Market Briefs  ·  live data  ·  refreshed daily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572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 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21,433 facilities · 33 MCP tools · 232 DCPI markets.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5303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URL:  dchub.cloud/markets/northern-virginia/brief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 =  CBRE authority + DC Hub freshness  =  the world's most-cited H2 DC report.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CBRE Partnership Proposal  ·  2026-06-06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65760"/>
            <a:ext cx="128016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·  Data trade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lease comps for live-data badges.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Lowest-friction deliverable. Zero engineering ask on CBRE side.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3949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5394960" cy="457200"/>
          </a:xfrm>
          <a:prstGeom prst="rect">
            <a:avLst/>
          </a:prstGeom>
          <a:solidFill>
            <a:srgbClr val="006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  →   DC 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Lease comp feed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Q3 2026 transactions across the 15 live markets — anonymized $/kW + sq ft + lease term where allowed.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Pursuit-market intel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Heat-map of CBRE pipeline density per market — directional only, no client names.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Quarterly methodology review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30-min call before each release. CBRE analyst signs off on DCPI scoring per market.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53949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377440"/>
            <a:ext cx="539496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77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 →   CBRE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Co-branded badge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"Powered by DC Hub × CBRE Research" header on every relevant Market Brief.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Broker contact button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"Talk to a CBRE broker" CTA on each brief — direct lead handoff to local DCS office.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</a:rPr>
              <a:t>Citation footer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Every MCP tool response cites "DC Hub × CBRE H2 2026" — already wired (citation footer is live).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6263640"/>
            <a:ext cx="11064240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CBRE Partnership Proposal  ·  2026-06-06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 + 3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trade  →  analyst layer  →  revenue.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91440" cy="201168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37744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·  Analyst briefings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423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DCPI verdict shifts  →  CBRE Research desk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37744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Hub: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DCPI movers per market, gas-index shifts, queue-depth divergences — delivered to named CBRE analysts monthly.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CBRE: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commentary on top 3 verdict shifts — syndicated to dchub.cloud/research with CBRE byline + headshot.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14800"/>
            <a:ext cx="91440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3774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 ·  Revenue share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brokers upgrade to DC Hub PRO  ·  1-click  ·  20% revshare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377440" y="5212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CBRE DCS broker gets a co-branded sign-up link. PRO at $99/mo (vs $499 retail).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earns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recurring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broker sub for as long as the broker stays active.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via UTM + Stripe partner ID — zero accounting overhead on CBRE side.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CBRE Partnership Proposal  ·  2026-06-06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 ·  SHIPPED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co-branded Market Brief looks like.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of /markets/northern-virginia/brief with CBRE × DC Hub co-brand header. Same template ships for all 15 markets.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solidFill>
            <a:srgbClr val="0A0A0F"/>
          </a:solidFill>
          <a:ln w="12700">
            <a:solidFill>
              <a:srgbClr val="1A1A2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solidFill>
            <a:srgbClr val="1313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21284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22128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9304" y="221284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176272"/>
            <a:ext cx="5943600" cy="219456"/>
          </a:xfrm>
          <a:prstGeom prst="rect">
            <a:avLst/>
          </a:prstGeom>
          <a:solidFill>
            <a:srgbClr val="1A1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1762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dchub.cloud/markets/northern-virginia/brief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2606040"/>
            <a:ext cx="10241280" cy="548640"/>
          </a:xfrm>
          <a:prstGeom prst="rect">
            <a:avLst/>
          </a:prstGeom>
          <a:solidFill>
            <a:srgbClr val="13131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 HUB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DC Hub × CBRE H2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91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Northern Virginia  ·  Market Brief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7033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refreshed 12 minutes ago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4069080"/>
            <a:ext cx="2468880" cy="109728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69080"/>
            <a:ext cx="2468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97280" y="4892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+2.1 vs 90d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4069080"/>
            <a:ext cx="2468880" cy="109728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4069080"/>
            <a:ext cx="246888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QUEUE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332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14.2 GW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703320" y="4892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PJM-DOM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069080"/>
            <a:ext cx="2468880" cy="109728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069080"/>
            <a:ext cx="24688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ENERG.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309360" y="4892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+6 vs 90d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78240" y="4069080"/>
            <a:ext cx="2468880" cy="109728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4069080"/>
            <a:ext cx="24688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793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915400" y="4892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" y="5349240"/>
            <a:ext cx="4389120" cy="457200"/>
          </a:xfrm>
          <a:prstGeom prst="rect">
            <a:avLst/>
          </a:prstGeom>
          <a:solidFill>
            <a:srgbClr val="006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Talk to a CBRE broker in NoVA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0" y="5349240"/>
            <a:ext cx="3200400" cy="457200"/>
          </a:xfrm>
          <a:prstGeom prst="rect">
            <a:avLst/>
          </a:prstGeom>
          <a:solidFill>
            <a:srgbClr val="1A1A22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Open full brief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CBRE Partnership Proposal  ·  2026-06-06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minutes next week.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We scope Phase 1, agree the badge mock, and DC Hub ships the co-brand header within 14 days of greenlight.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566160" cy="219456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Phase 1 data trade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which 15 markets get the co-brand. Sign an NDA on lease comps.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3657600"/>
            <a:ext cx="3566160" cy="219456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1772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badge mockup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5074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3 variants on Friday. Pat picks one. Live within 14 days.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657600"/>
            <a:ext cx="3566160" cy="219456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CBRE analysts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5074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(Q4) starts with monthly verdict-shift briefings to those analysts.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Martone   ·   jonathan@dchub.cloud   ·   dchub.cloud/markets/northern-virginia/brief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CBRE x DC Hub - H2 2026 Data Center Report Partnership</dc:title>
  <dc:subject>PptxGenJS Presentation</dc:subject>
  <dc:creator>DC Hub</dc:creator>
  <cp:lastModifiedBy>DC Hub</cp:lastModifiedBy>
  <cp:revision>1</cp:revision>
  <dcterms:created xsi:type="dcterms:W3CDTF">2026-06-06T09:52:43Z</dcterms:created>
  <dcterms:modified xsi:type="dcterms:W3CDTF">2026-06-06T09:52:43Z</dcterms:modified>
</cp:coreProperties>
</file>