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STEERING COMMITTEE — WORKING SESSION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</a:t>
            </a:r>
            <a:pPr indent="0" marL="0">
              <a:buNone/>
            </a:pPr>
            <a:r>
              <a:rPr lang="en-US" sz="5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indent="0" marL="0">
              <a:buNone/>
            </a:pPr>
            <a:r>
              <a:rPr lang="en-US" sz="6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 (reVeal)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geospatial data-center buildout against real-time operational signals.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00584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 ·  June 10, 2026  ·  12:00–14:00 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Attendees: Gabriel Zuckerman, Galen Maclaurin, Ian Christie  (NLR)  ·  Jonathan Martone  (DC Hub)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852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github.com/NatLabRockies/reveal   ·   dchub.cloud   ·   MOU v1 in counsel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2011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 ·  15 days post-MOU send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pulse for today's session.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Developer keys live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039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Gabriel, Galen, Ian — all active, all 25 Schedule A endpoints unlocked from Day 1.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0487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51560" y="2450592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MOU v1 in counsel review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75234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MOU + License + Pub Protocol shipped 2026-05-26. All 12 pre-execution redlines pre-baked.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1810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51560" y="3163824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public stub at dchub.cloud/partners/nlr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465576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XII §12.4 honored — no commercial terms, no NLR-conferred rights claimed. Pending JSC sign-off on substantive copy.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3133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51560" y="3877056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today: real-time per-key usage telemetry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417880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After-request middleware writes to api_endpoint_log + api_usage_meter. /admin/partner-usage/&lt;slug&gt; + per-endpoint breakdown.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54456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51560" y="4590288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today: self-service /api/v1/me/usage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489204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from your own integration script with your own X-API-Key. Schedule F transparency commitment made self-service.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51560" y="5303520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Awaiting: NLR Legal first pass on MOU + standard NDA form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56052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counsel signal lands, target v2 turnaround within 48 hours.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2011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you've been doing  ·  past 14 days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started 2026-06-03 — earlier calls not reflected. Updated live at meeting start.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54480"/>
          <a:ext cx="10607040" cy="192024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1554480"/>
                <a:gridCol w="155448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prefix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Most-hit 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 Zuckerman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dchub_developer_jhfHONJx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Galen Maclaurin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dchub_developer_iWmhspMS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Ian Christie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dchub_developer_jZ6bKqlr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3886200"/>
            <a:ext cx="1060704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your own usage anytime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4343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endpoint shipped today. Just call with your own key — admin auth not required.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51560" y="4736592"/>
            <a:ext cx="1005840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473659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"X-API-Key: dchub_developer_..." "https://dchub.cloud/api/v1/me/usage?days=14"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55778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summary stats · day-by-day histogram · per-endpoint breakdown (calls, avg latency, ok/err split)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2011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flagships shipped since MOU send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live in production. Anonymous probes work — your keys unlock the full surface.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6400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Selection Canvas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siting product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30632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40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ranked verdicts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CAUTION / BLOCK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Time-to-power estimates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+ constraint scores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5669280"/>
            <a:ext cx="30632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6692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/api/v1/site-selection/canvas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554480"/>
            <a:ext cx="361188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828800"/>
            <a:ext cx="6400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+ Gas Transition Sentinel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3246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Forward-emergence radar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657600"/>
            <a:ext cx="30632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840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grids where DC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about to outpace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planning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signal currently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manually from filings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5669280"/>
            <a:ext cx="30632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56692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/api/v1/grid-transition/radar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1554480"/>
            <a:ext cx="361188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828800"/>
            <a:ext cx="6400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0" y="2468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Autopsy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0" y="3246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× DCPI grid-reality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3657600"/>
            <a:ext cx="30632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3840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acquired site actually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grid headroom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pitch claimed?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organic siting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M&amp;A repositioning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12480" y="5669280"/>
            <a:ext cx="30632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56692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/api/v1/deal-autopsy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2011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deepen the engagement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what fits the timeline. Each is independent of the others.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7772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189280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conference demo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83080" y="22860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 ·  HIGH VISIBILITY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256032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2026 venue both parties will attend (DCD Connect, NREL/DOE annual). Joint 30-min demo: reVeal output side-by-side with DC Hub's live data on one region. Splits the work, multiplies the audience, gives the validation paper a public preview.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474720"/>
            <a:ext cx="7772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74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83080" y="340156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data feed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83080" y="3794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COST  ·  HIGH STRATEGIC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406908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stands up /api/v1/reveal-projected-buildout that returns reVeal's projections for any cell. Puts reVeal output directly into DC Hub's MCP server — consumed by Claude, ChatGPT, Perplexity. Massive distribution lift for NLR research.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11274552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983480"/>
            <a:ext cx="7772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983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83080" y="491032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 activation — dchub-revealkit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83080" y="5303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MOU-GATED  ·  POST-EXECUTION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557784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bridge package (Apache 2.0 or BSD-3-Clause). Initial committers: Galen + Ian + Jonathan. Six-month scope: water-layer swap, grid-layer enrichment, validation-feed exporter. Lowers methodology barrier for next 5 academic groups.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2011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asks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steer the next 90 days. Even partial answers help — we can refine in MOU v2.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7772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189280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pilot region?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83080" y="23317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Hub: 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Hub's working hypothesis: PJM (Ashburn corridor) + ERCOT (Texas Triangle).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26974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NLR: 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reVeal have the densest output? Where do you want validation to bite hardest?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1274552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474720"/>
            <a:ext cx="7772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74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83080" y="340156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priority limitation?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83080" y="38404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Hub: 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Hub's default: transmission hosting capacity — where reVeal's reserve-margin meets live ISO data.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42062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NLR: 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water-availability, social-acceptance, or another framing if it fits reVeal's roadmap better.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11274552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983480"/>
            <a:ext cx="7772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983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83080" y="491032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NLR Legal complete first pass on MOU v1?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83080" y="53492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Hub: 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Hub targets v2 turnaround in 48 hours from receipt of redlines.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57150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NLR: 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an informal read — 'these clauses will be redlined' — lets us pre-prep so counsel cycle is fast.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checkpoint  ·  post-MOU-execution JSC kickoff  ·  week of execution + 1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Hub × NLR (reVeal) — JSC Working Session 2026-06-10</dc:title>
  <dc:subject>PptxGenJS Presentation</dc:subject>
  <dc:creator>Jonathan Martone (DC Hub)</dc:creator>
  <cp:lastModifiedBy>Jonathan Martone (DC Hub)</cp:lastModifiedBy>
  <cp:revision>1</cp:revision>
  <dcterms:created xsi:type="dcterms:W3CDTF">2026-06-04T01:02:17Z</dcterms:created>
  <dcterms:modified xsi:type="dcterms:W3CDTF">2026-06-04T01:02:17Z</dcterms:modified>
</cp:coreProperties>
</file>