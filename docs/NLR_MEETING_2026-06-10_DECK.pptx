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2801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STEERING COMMITTEE — WORKING SESSION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731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532120" y="169164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NLR (reVeal)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geospatial data-center buildout against real-time operational signals.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4206240"/>
            <a:ext cx="1005840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  ·  June 10, 2026  ·  12:00–14:00 PT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Gabriel Zuckerman, Galen Maclaurin, Ian Christie  (NLR)  ·  Jonathan Martone  (DC Hub)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58521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github.com/NatLabRockies/reveal   ·   dchub.cloud   ·   MOU v1 in counsel review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40080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 ·  15 days post-MOU send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pulse for today's session.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1737360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Developer keys live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2039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Gabriel, Galen, Ian — all active, all 25 Schedule A endpoints unlocked from Day 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404872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51560" y="2450592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MOU v1 in counsel review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2752344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MOU + License + Pub Protocol shipped 2026-05-26. All 12 pre-execution redlines pre-baked.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118104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51560" y="3163824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Sanitized public stub at dchub.cloud/partners/nlr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465576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XII §12.4 honored — no commercial terms, no NLR-conferred rights claimed. Pending JSC sign-off on substantive copy.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831336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051560" y="3877056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today: real-time per-key usage telemetry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4178808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After-request middleware writes to api_endpoint_log + api_usage_meter. /admin/partner-usage/&lt;slug&gt; + per-endpoint breakdown.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544568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51560" y="4590288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today: self-service /api/v1/me/usage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489204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from your own integration script with your own X-API-Key. Schedule F transparency commitment made self-service.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51560" y="5303520"/>
            <a:ext cx="10698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Awaiting: NLR Legal first pass on MOU + standard NDA form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560527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counsel signal lands, target v2 turnaround within 48 hours.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of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40080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you've been doing  ·  past 14 days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started 2026-06-03 — earlier calls not reflected. Updated live at meeting start.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07040" cy="192024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1554480"/>
                <a:gridCol w="155448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prefix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Most-hit endpoint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Zuckerman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dchub_developer_jhfHONJx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Galen Maclaurin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dchub_developer_iWmhspMS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 Christie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dchub_developer_jZ6bKqlr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886200"/>
            <a:ext cx="10607040" cy="1463040"/>
          </a:xfrm>
          <a:prstGeom prst="rect">
            <a:avLst/>
          </a:prstGeom>
          <a:solidFill>
            <a:srgbClr val="1F293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3977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Check your own usage anytime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51560" y="4343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endpoint shipped today. Just call with your own key — admin auth not required.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51560" y="4736592"/>
            <a:ext cx="1005840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473659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"X-API-Key: dchub_developer_..." "https://dchub.cloud/api/v1/me/usage?days=14"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summary stats · day-by-day histogram · per-endpoint breakdown (calls, avg latency, ok/err split)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40080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flagships shipped since MOU send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live in production. Anonymous probes work — your keys unlock the full surface.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11880" cy="475488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64008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Selection Canvas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siting product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306324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840480"/>
            <a:ext cx="3063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ranked verdicts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CAUTION / BLOCK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Time-to-power estimates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+ constraint scores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5669280"/>
            <a:ext cx="3063240" cy="4114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6692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/api/v1/site-selection/canvas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1554480"/>
            <a:ext cx="3611880" cy="475488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64008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828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+ Gas Transition Sentinel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32461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Forward-emergence radar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0" y="3657600"/>
            <a:ext cx="306324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3840480"/>
            <a:ext cx="3063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grids where DC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is about to outpace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planning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signal currently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manually from filings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5669280"/>
            <a:ext cx="3063240" cy="4114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56692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/api/v1/grid-transition/radar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1554480"/>
            <a:ext cx="3611880" cy="475488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0" y="1828800"/>
            <a:ext cx="64008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1828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1248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Autopsy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412480" y="32461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× DCPI grid-reality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2480" y="3657600"/>
            <a:ext cx="306324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3840480"/>
            <a:ext cx="3063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acquired site actually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grid headroom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 pitch claimed?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organic siting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M&amp;A repositioning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412480" y="5669280"/>
            <a:ext cx="3063240" cy="4114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56692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/api/v1/deal-autopsy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40080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deepen the engagement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what fits the timeline. Each is independent of the others.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1274552" cy="13716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777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65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9280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conference demo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83080" y="22860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 ·  HIGH VISIBILITY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2560320"/>
            <a:ext cx="9784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2026 venue both parties will attend (DCD Connect, NREL/DOE annual). Joint 30-min demo: reVeal output side-by-side with DC Hub's live data on one region. Splits the work, multiplies the audience, gives the validation paper a public preview.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11274552" cy="13716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474720"/>
            <a:ext cx="777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747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83080" y="340156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data feed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83080" y="379476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COST  ·  HIGH STRATEGIC VALUE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83080" y="4069080"/>
            <a:ext cx="9784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 stands up /api/v1/reveal-projected-buildout that returns reVeal's projections for any cell. Puts reVeal output directly into DC Hub's MCP server — consumed by Claude, ChatGPT, Perplexity. Massive distribution lift for NLR research.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709160"/>
            <a:ext cx="11274552" cy="13716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983480"/>
            <a:ext cx="777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83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83080" y="491032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C activation — dchub-revealkit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3035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MOU-GATED  ·  POST-EXECUTION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83080" y="5577840"/>
            <a:ext cx="9784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bridge package (Apache 2.0 or BSD-3-Clause). Initial committers: Galen + Ian + Jonathan. Six-month scope: water-layer swap, grid-layer enrichment, validation-feed exporter. Lowers methodology barrier for next 5 academic groups.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40080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asks today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steer the next 90 days. Even partial answers help — we can refine in MOU v2.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1274552" cy="13716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777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659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9280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pilot region?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83080" y="23317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Hub: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Hub's working hypothesis: PJM (Ashburn corridor) + ERCOT (Texas Triangle).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83080" y="269748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NLR: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reVeal have the densest output? Where do you want validation to bite hardest?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11274552" cy="13716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474720"/>
            <a:ext cx="777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747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83080" y="340156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priority limitation?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83080" y="384048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Hub: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Hub's default: transmission hosting capacity — where reVeal's reserve-margin meets live ISO data.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83080" y="420624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NLR: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water-availability, social-acceptance, or another framing if it fits reVeal's roadmap better.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709160"/>
            <a:ext cx="11274552" cy="13716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983480"/>
            <a:ext cx="777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83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83080" y="4910328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NLR Legal complete first pass on MOU v1?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34924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Hub: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Hub targets v2 turnaround in 48 hours from receipt of redlines.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783080" y="571500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NLR: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an informal read — 'these clauses will be redlined' — lets us pre-prep so counsel cycle is fast.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checkpoint  ·  post-MOU-execution JSC kickoff  ·  week of execution + 1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 Hub × NLR (reVeal) — JSC Working Session 2026-06-10</dc:title>
  <dc:subject>PptxGenJS Presentation</dc:subject>
  <dc:creator>Jonathan Martone (DC Hub)</dc:creator>
  <cp:lastModifiedBy>Jonathan Martone (DC Hub)</cp:lastModifiedBy>
  <cp:revision>1</cp:revision>
  <dcterms:created xsi:type="dcterms:W3CDTF">2026-06-04T01:09:17Z</dcterms:created>
  <dcterms:modified xsi:type="dcterms:W3CDTF">2026-06-04T01:09:17Z</dcterms:modified>
</cp:coreProperties>
</file>