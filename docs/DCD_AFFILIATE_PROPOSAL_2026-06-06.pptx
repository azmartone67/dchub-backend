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286000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2286000"/>
            <a:ext cx="2286000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572000"/>
            <a:ext cx="228600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  ·  REVISIT  ·  2026-06-06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22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286000" y="1280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A1A1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926080" y="1188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 HUB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Pure-Upside Affiliate Partnership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upfront. Zero commitment. 20% revshare on every PRO+ subscriber DCD sends our way. The lightest-possible partnership on the table.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2834640" cy="1188720"/>
          </a:xfrm>
          <a:prstGeom prst="rect">
            <a:avLst/>
          </a:prstGeom>
          <a:solidFill>
            <a:srgbClr val="13131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93776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 recurring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749040" y="4937760"/>
            <a:ext cx="2834640" cy="1188720"/>
          </a:xfrm>
          <a:prstGeom prst="rect">
            <a:avLst/>
          </a:prstGeom>
          <a:solidFill>
            <a:srgbClr val="131319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4937760"/>
            <a:ext cx="73152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858000" y="4937760"/>
            <a:ext cx="2834640" cy="1188720"/>
          </a:xfrm>
          <a:prstGeom prst="rect">
            <a:avLst/>
          </a:prstGeom>
          <a:solidFill>
            <a:srgbClr val="131319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4937760"/>
            <a:ext cx="73152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Loosemore (DCD)  ·  Jonathan Martone (DC Hub)  ·  dchub.cloud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  ·  THE PASS WAS RIGHT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Feb white-label was the wrong shape. We agree.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+ 24-month commitment was a heavy ask for a product DCD had no signal on yet. We've spent the last 4 months building the signal.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CHANGED SINCE FEBRUARY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17520"/>
            <a:ext cx="26517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Briefs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refreshed daily. Shipped this week.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01752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3017520"/>
            <a:ext cx="265176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52044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by Claude, ChatGPT, Gemini, Perplexity.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21,433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0936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Tracked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~14k in Feb. 232 DCPI markets scored.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301752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3017520"/>
            <a:ext cx="26517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09828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/ 7d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9828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demand. 5,600 MCP calls in last 24h.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is now the live-data layer that DCD's editorial reach can convert. Same offer that was risky in Feb is now de-risked.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DCD Affiliate Proposal  ·  2026-06-06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OFFER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Affiliate, not white-label.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revshare on every PRO+ sub from DCD's audience. Tracked via UTM. Paid via Stripe partner ID.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93776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DCD EARNS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 ·  every month  ·  for the life of the sub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math:  100 subs × $99/mo × 20% = $1,980 / month, recurring.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194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MECHANICS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260604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Upfront fee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$0. Nothing. Pure success-based.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Minimum commitment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None. Either party can exit with 30 days' notice.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Discount to DCD audience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PRO+ at $99/mo (vs $499 retail). DCD audience-only landing page.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Tracking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UTM + Stripe partner ID. Real-time dashboard for DCD ops.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Payout cadence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Monthly, on the 5th. Stripe Connect handles the rest.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DCD Affiliate Proposal  ·  2026-06-06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Audience-fit on both sides.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303520" cy="548640"/>
          </a:xfrm>
          <a:prstGeom prst="rect">
            <a:avLst/>
          </a:prstGeom>
          <a:solidFill>
            <a:srgbClr val="E22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DCD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Recurring revenue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20% on every PRO+ sub for as long as it stays active. Pure margin — no product cost.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Audience value-add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DCD readers get the live data they read about — at 80% off retail. Sticky audience benefit.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Editorial flexibility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Embed live DC Hub charts in DCD articles. Auto-citation. Adds depth without dev work.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Zero downside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Worst case: a few PRO+ subs trickle in. Best case: meaningful new revenue line.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DC HUB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Exact ICP exposure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DCD's audience is THE data center decision-maker pool. Highest-quality top-of-funnel anywhere.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Editorial credibility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Cited in DCD pieces = the credibility ladder we can't buy. Compounds with our MCP-cited footprint.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No paid acquisition trade-off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$0 CAC for DCD-sourced subs at 20% LTV cost beats every paid channel we measure.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</a:rPr>
              <a:t>Re-opens the bigger door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Successful affiliate quarter = foundation for the bigger licensing/events deal in 2027.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DCD Affiliate Proposal  ·  2026-06-06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+  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DCD-sourced PRO+ sub sees on day one.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583680" cy="3657600"/>
          </a:xfrm>
          <a:prstGeom prst="rect">
            <a:avLst/>
          </a:prstGeom>
          <a:solidFill>
            <a:srgbClr val="0A0A0F"/>
          </a:solidFill>
          <a:ln w="12700">
            <a:solidFill>
              <a:srgbClr val="1A1A2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6583680" cy="320040"/>
          </a:xfrm>
          <a:prstGeom prst="rect">
            <a:avLst/>
          </a:prstGeom>
          <a:solidFill>
            <a:srgbClr val="1313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745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8745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1837944"/>
            <a:ext cx="5029200" cy="201168"/>
          </a:xfrm>
          <a:prstGeom prst="rect">
            <a:avLst/>
          </a:prstGeom>
          <a:solidFill>
            <a:srgbClr val="1A1A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8379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dchub.cloud/markets/dallas/brief?utm_source=dcd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2240280"/>
            <a:ext cx="6217920" cy="457200"/>
          </a:xfrm>
          <a:prstGeom prst="rect">
            <a:avLst/>
          </a:prstGeom>
          <a:solidFill>
            <a:srgbClr val="131319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2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via DCD  ·  PRO+ at $99/mo (DCD reader price)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Dallas  ·  Market Brief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refreshed 8 minutes ago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1508760" cy="91440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611880"/>
            <a:ext cx="1508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03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304288" y="3611880"/>
            <a:ext cx="1508760" cy="91440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04288" y="3611880"/>
            <a:ext cx="15087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3703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INDEX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95728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77056" y="3611880"/>
            <a:ext cx="1508760" cy="91440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77056" y="3611880"/>
            <a:ext cx="15087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68496" y="3703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(MW)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68496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9.8 GW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49824" y="3611880"/>
            <a:ext cx="1508760" cy="914400"/>
          </a:xfrm>
          <a:prstGeom prst="rect">
            <a:avLst/>
          </a:prstGeom>
          <a:solidFill>
            <a:srgbClr val="131319"/>
          </a:solidFill>
          <a:ln w="6350">
            <a:solidFill>
              <a:srgbClr val="1A1A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9824" y="3611880"/>
            <a:ext cx="1508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41264" y="3703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41264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412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31520" y="4709160"/>
            <a:ext cx="6217920" cy="502920"/>
          </a:xfrm>
          <a:prstGeom prst="rect">
            <a:avLst/>
          </a:prstGeom>
          <a:solidFill>
            <a:srgbClr val="E22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709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Upgrade to PRO+ at $99/mo (DCD reader price)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06640" y="1828800"/>
            <a:ext cx="420624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draft a 1-page partnership brief.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680960" y="3749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decision. No legal review yet. No DCD ops time. Just a yes to keep talking.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80960" y="475488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4709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1-pager → Dan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51206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Light legal review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548640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DCD UTM live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80960" y="585216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5806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 ·  First payout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6809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jonathan@dchub.cloud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DCD Affiliate Proposal  ·  2026-06-06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42416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DCD x DC Hub - Pure-Upside Affiliate Partnership</dc:title>
  <dc:subject>PptxGenJS Presentation</dc:subject>
  <dc:creator>DC Hub</dc:creator>
  <cp:lastModifiedBy>DC Hub</cp:lastModifiedBy>
  <cp:revision>1</cp:revision>
  <dcterms:created xsi:type="dcterms:W3CDTF">2026-06-06T09:52:43Z</dcterms:created>
  <dcterms:modified xsi:type="dcterms:W3CDTF">2026-06-06T09:52:43Z</dcterms:modified>
</cp:coreProperties>
</file>