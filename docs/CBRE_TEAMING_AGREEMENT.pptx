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57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88920" y="457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154680" y="457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846320" y="5669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TEAMING AGREEMENT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0515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801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120640" cy="9601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199339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Martone Advisors, LLC, d/b/a DC Hub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data-center intelligence platform · dchub.cloud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600200"/>
            <a:ext cx="5120640" cy="9601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 Group, Inc.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99339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Solutions practice · CBRE Research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[Contract signatory and notice address to be filled by CBRE]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697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971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and CBRE intend to establish a bilateral data-services relationship in which DC Hub supplies live-refresh data products that complement CBRE's existing primary data sources (including DatacenterHawk and CBRE-internal collection). This Teaming Agreement is structured to preserve CBRE's institutional neutrality posture: there is no co-branded research, no joint marketing, and no public partnership announcement. DC Hub appears, if at all, in detailed methodology footnotes of CBRE deliverables alongside other licensed data sources.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160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DC HUB FILLS GAPS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434840"/>
            <a:ext cx="10515600" cy="3383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4714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coverage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4471416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234+ markets, 22 ISOs (Hydro-Québec, AESO, ENTSOE, AEMO, etc.)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818888"/>
            <a:ext cx="1051560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85546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deal flow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485546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$324B+ tracked, Deal Autopsy overlays grid-reality vs claimed thesis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202936"/>
            <a:ext cx="10515600" cy="3383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2395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ISO interconnection queue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34840" y="5239512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US ISOs, daily-refresh, 5-yr historical depth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5586984"/>
            <a:ext cx="1051560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6235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DCPI verdicts (BUILD / CAUTION / AVOID)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34840" y="562356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scoring, transparent methodology, audit trail to inputs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Draft v1 · 2026-06-03 · For CBRE Data Center Solutions review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engage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154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 ELECTION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structures preserve CBRE's institutional neutrality. No co-branding. No joint marketing. Internal use only.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1069848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536192"/>
            <a:ext cx="68580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361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698480" y="1554480"/>
            <a:ext cx="384048" cy="384048"/>
          </a:xfrm>
          <a:prstGeom prst="rect">
            <a:avLst/>
          </a:prstGeom>
          <a:solidFill>
            <a:srgbClr val="0C1A2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4813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License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0" y="14813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$5–10K / year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1847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 Research only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12140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Footnote-level citation rights in CBRE-published research (alongside other sources)   • Quarterly methodology brief from DC Hub research team (no publication rights to CBRE)   • No advisory or broker-side access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4505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Lightest engagement. Useful when CBRE Research wants a defensible secondary citation for international or M&amp;A claims.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788920"/>
            <a:ext cx="1069848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2953512"/>
            <a:ext cx="68580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535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698480" y="2971800"/>
            <a:ext cx="384048" cy="384048"/>
          </a:xfrm>
          <a:prstGeom prst="rect">
            <a:avLst/>
          </a:prstGeom>
          <a:solidFill>
            <a:srgbClr val="0C1A2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8986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Subscription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28986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$25–50K / year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32644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Solutions practice + CBRE Research seats (~35 users)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35387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API access to DC Hub Schedule A surface (international, M&amp;A, ISO queue, DCPI verdicts)   • Raw exports (Parquet / CSV / GeoJSON) — internal use only   • Quarterly office-hours call with DC Hub founder   • Methodology footnote rights (same as Option 01)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386791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starting point. Brokers and researchers get day-to-day data without changing CBRE's public-facing data attribution.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4206240"/>
            <a:ext cx="1069848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370832"/>
            <a:ext cx="68580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3708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698480" y="4389120"/>
            <a:ext cx="384048" cy="384048"/>
          </a:xfrm>
          <a:prstGeom prst="rect">
            <a:avLst/>
          </a:prstGeom>
          <a:solidFill>
            <a:srgbClr val="0C1A2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1640" y="43159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Data Vendor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0" y="4315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$75–100K / year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91640" y="4681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CBRE seats + 4 bespoke data products / year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49560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Everything in Option 02 + custom DCPI weights tuned to CBRE investment thesis   • 4 bespoke data products per year (e.g., international supply-demand models, custom M&amp;A overlays)   • Monthly executive briefing with DC Hub founder   • Priority response on data-quality questions (4 business-hour SLA)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91640" y="52852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relationship matures and CBRE wants DC Hub as a named internal-data vendor across multiple practice areas.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57607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5989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from Effective Date · 60-day non-renewal notice · CPI-U capped renewal adjustment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5760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59893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 ·  Jonathan Martone, Founder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0760" y="6263640"/>
            <a:ext cx="3200400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64008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  ·  [Name, Title]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80760" y="6675120"/>
            <a:ext cx="3200400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Draft v1 · 2026-06-03 · For CBRE Data Center Solutions review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Hub × CBRE — Teaming Agreement (2026)</dc:title>
  <dc:subject>PptxGenJS Presentation</dc:subject>
  <dc:creator>Jonathan Martone (DC Hub)</dc:creator>
  <cp:lastModifiedBy>Jonathan Martone (DC Hub)</cp:lastModifiedBy>
  <cp:revision>1</cp:revision>
  <dcterms:created xsi:type="dcterms:W3CDTF">2026-06-04T07:53:54Z</dcterms:created>
  <dcterms:modified xsi:type="dcterms:W3CDTF">2026-06-04T07:53:54Z</dcterms:modified>
</cp:coreProperties>
</file>